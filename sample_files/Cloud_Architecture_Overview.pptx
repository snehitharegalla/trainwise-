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Architecture &amp; Microservices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 1: Infrastructure Foundations and Resilience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 Architecture and Edge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entry point for all mobile and browser consumer traffic</a:t>
            </a:r>
          </a:p>
          <a:p>
            <a:r>
              <a:t>Handles JWT authentication token validation, SSL offloading, and traffic throttling</a:t>
            </a:r>
          </a:p>
          <a:p>
            <a:r>
              <a:t>Dynamically routes HTTP requests to internal microservice replicas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Resilience: Circuit Breakers and Fallbacks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circuit breaker pattern intercepts downstream invocations when failure rates exceed threshold limits.</a:t>
            </a:r>
          </a:p>
          <a:p>
            <a:r>
              <a:t>Tripped open circuits immediately fail fast or return cached fallback data to prevent socket thread pool exhaustion.</a:t>
            </a:r>
          </a:p>
          <a:p>
            <a:r>
              <a:t>Following cooldown timeout, half-open trials probe service health before resuming full traffic.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Per Service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microservice controls its own relational or document database</a:t>
            </a:r>
          </a:p>
          <a:p>
            <a:r>
              <a:t>Cross-service database queries and distributed joins are strictly forbidden</a:t>
            </a:r>
          </a:p>
          <a:p>
            <a:r>
              <a:t>Ensures independent scalability and prevents shared schema lock-in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